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 — FERRARI vs TOP-3 COMPETITORS BY 2025 REVENUE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6692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costs more than every rival, so it must win on quality, material and TSP support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188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CLASS</a:t>
            </a:r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25 ≤ X &lt; 45 tm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280160"/>
                <a:gridCol w="1371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/ 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— crane only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FBR350 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 tm*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Rp1,040M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Sany Palfinger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SPK36080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34.8 tm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Rp361M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XCMG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GSQZ330.4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33.8 tm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Rp568M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Palfinger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PK32080C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 tm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Rp848M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852928"/>
          <a:ext cx="5486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1005840"/>
                <a:gridCol w="1005840"/>
                <a:gridCol w="10058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Ferrari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Sany Palfinger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XCMG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Palfinger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Italian build; 900 N/mm² steel; one-piece cast 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JV build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build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Austrian build; premium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Leadtime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stock at TSP (planned)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TSP nationwide network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Dealer network (TBC)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Dealer network (TBC)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Dealer network (TBC)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291072" y="1188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CAP CLASS</a:t>
            </a:r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X &gt; 45 tm · min GVW 42 t</a:t>
            </a:r>
            <a:endParaRPr lang="en-US" sz="12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50876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280160"/>
                <a:gridCol w="13716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/ 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— crane only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9601C A8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57.5 tm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Rp3,040M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Palfinger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PK53002 SH 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tm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Rp1,253M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Amco Veba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V950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 tm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Rp1,465M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XCMG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GSQZ880.6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 tm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Rp1,077M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2852928"/>
          <a:ext cx="5486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1005840"/>
                <a:gridCol w="1005840"/>
                <a:gridCol w="10058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Ferrari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Palfinger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Amco Veba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XCMG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Italian build; 900 N/mm² steel; one-piece cast 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Austrian build; premium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Italian build (Hyva group)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build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Leadtime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stock at TSP (planned)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TSP nationwide network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Dealer network (TBC)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Dealer network (TBC)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Dealer network (TBC)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1"/>
                    </a:solidFill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411480" y="4754880"/>
            <a:ext cx="5486400" cy="1417320"/>
          </a:xfrm>
          <a:prstGeom prst="rect">
            <a:avLst/>
          </a:prstGeom>
          <a:solidFill>
            <a:srgbClr val="131A21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594360" y="48920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FERRARI-ONLY FEATURES — NO COMPETITOR EQUIVALENT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594360" y="519379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High-strength special steel (900 N/mm²) — no competitor publishes a comparable figure.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Casted-base, one-piece construction — +50% strength vs welded (Ferrari claim); Palfinger relies on KTL surface coating instead.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6291072" y="4754880"/>
            <a:ext cx="5486400" cy="1417320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473952" y="48920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FERRARI DESPITE THE PRICE GAP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6473952" y="519379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competitor matches Ferrari on standard crane technology, but none matches its steel grade or one-piece cast base. For mining customers running 24 t+ GVW trucks, that means a longer structural life for the price. TSP stock and nationwide support also cut downtime, which matters more to these customers than the purchase price.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411480" y="6291072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basis: crane only. Competitors = average 2025 import unit price (HS 84269100+84264900); Ferrari = TSP price. FX used: USD 1 = Rp16,500, EUR 1 = Rp19,000 (ASSUMED — to be confirmed). *FBR350 R lifting moment inferred from model name, pending spec sheet. Quality/Leadtime/Support = draft TSP assessment, TBC to be validated.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2026-09-26T04:05:30Z</dcterms:created>
  <dcterms:modified xsi:type="dcterms:W3CDTF">2026-09-26T04:05:30Z</dcterms:modified>
</cp:coreProperties>
</file>