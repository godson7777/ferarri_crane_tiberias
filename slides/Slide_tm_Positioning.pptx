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2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Medium, F.lli Ferrari has a priced crane for 70% of units; the &gt;35–40 tm class (30%) has no Ferrari price yet (7441C)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 (&gt; 25 –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325880"/>
                <a:gridCol w="1371600"/>
                <a:gridCol w="731520"/>
                <a:gridCol w="914400"/>
                <a:gridCol w="1417320"/>
                <a:gridCol w="1325880"/>
                <a:gridCol w="731520"/>
                <a:gridCol w="15361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· 63%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670.000.000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SPK32080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 · 43%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SPK36080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· 52%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not yet 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SPK42502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· 69%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514600" y="21945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241502"/>
            <a:ext cx="1051560" cy="23530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14600" y="292608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sanypalfi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978661"/>
            <a:ext cx="1051560" cy="22402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14600" y="365760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3710181"/>
            <a:ext cx="1051560" cy="22402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514600" y="438912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sany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441701"/>
            <a:ext cx="1051560" cy="22402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11480" y="2011680"/>
            <a:ext cx="411480" cy="2889504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 rot="16200000">
            <a:off x="-845820" y="32506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868680" y="507492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06424" y="5047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21" name="Shape 14"/>
          <p:cNvSpPr/>
          <p:nvPr/>
        </p:nvSpPr>
        <p:spPr>
          <a:xfrm>
            <a:off x="3977640" y="5074920"/>
            <a:ext cx="164592" cy="12801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4215384" y="5047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Ferrari model exists, price not yet known</a:t>
            </a:r>
            <a:endParaRPr lang="en-US" sz="850" dirty="0"/>
          </a:p>
        </p:txBody>
      </p:sp>
      <p:sp>
        <p:nvSpPr>
          <p:cNvPr id="23" name="Text 16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Heavy, F.lli Ferrari has a priced crane for 34% of units; the &gt;50–55 tm class (55%) has no Ferrari model (PK 53002 leads)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 (&gt;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325880"/>
                <a:gridCol w="1371600"/>
                <a:gridCol w="731520"/>
                <a:gridCol w="914400"/>
                <a:gridCol w="1417320"/>
                <a:gridCol w="1325880"/>
                <a:gridCol w="731520"/>
                <a:gridCol w="15361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1.780.000.000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·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&gt;55–60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HB660R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67%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2.660.000.000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&gt;60–65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SPK61502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1.400.000.000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9661C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not yet 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&gt;70–75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not yet 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&gt;80–85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88002 EH 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&gt;85–90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GSQZ880.6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50%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1.320.000.000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514600" y="2096589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143530"/>
            <a:ext cx="1051560" cy="23530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14600" y="2632166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palfi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680332"/>
            <a:ext cx="1051560" cy="23285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14600" y="3167743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hyv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986" y="3204319"/>
            <a:ext cx="540228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514600" y="370332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sany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3755901"/>
            <a:ext cx="1051560" cy="22402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2514600" y="4238897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4287063"/>
            <a:ext cx="1051560" cy="23285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2514600" y="4774474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4822640"/>
            <a:ext cx="1051560" cy="232852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2514600" y="5310051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6" descr="assets/logo_xcm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5360019"/>
            <a:ext cx="1051560" cy="229248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411480" y="2011680"/>
            <a:ext cx="411480" cy="3712464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4" name="Text 14"/>
          <p:cNvSpPr txBox="1"/>
          <p:nvPr/>
        </p:nvSpPr>
        <p:spPr>
          <a:xfrm rot="16200000">
            <a:off x="-1257300" y="36621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endParaRPr lang="en-US" sz="1200" dirty="0"/>
          </a:p>
        </p:txBody>
      </p:sp>
      <p:sp>
        <p:nvSpPr>
          <p:cNvPr id="25" name="Shape 15"/>
          <p:cNvSpPr/>
          <p:nvPr/>
        </p:nvSpPr>
        <p:spPr>
          <a:xfrm>
            <a:off x="868680" y="589788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1106424" y="58704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27" name="Shape 17"/>
          <p:cNvSpPr/>
          <p:nvPr/>
        </p:nvSpPr>
        <p:spPr>
          <a:xfrm>
            <a:off x="3977640" y="5897880"/>
            <a:ext cx="164592" cy="12801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4215384" y="58704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Ferrari model exists, price not yet known</a:t>
            </a:r>
            <a:endParaRPr lang="en-US" sz="850" dirty="0"/>
          </a:p>
        </p:txBody>
      </p:sp>
      <p:sp>
        <p:nvSpPr>
          <p:cNvPr id="29" name="Shape 19"/>
          <p:cNvSpPr/>
          <p:nvPr/>
        </p:nvSpPr>
        <p:spPr>
          <a:xfrm>
            <a:off x="7086600" y="5897880"/>
            <a:ext cx="164592" cy="128016"/>
          </a:xfrm>
          <a:prstGeom prst="rect">
            <a:avLst/>
          </a:prstGeom>
          <a:solidFill>
            <a:srgbClr val="0F141A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7324344" y="58704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Ferrari model = gap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tm Positioning</dc:title>
  <dc:subject>PptxGenJS Presentation</dc:subject>
  <dc:creator>PptxGenJS</dc:creator>
  <cp:lastModifiedBy>PptxGenJS</cp:lastModifiedBy>
  <cp:revision>1</cp:revision>
  <dcterms:created xsi:type="dcterms:W3CDTF">2026-09-29T07:29:49Z</dcterms:created>
  <dcterms:modified xsi:type="dcterms:W3CDTF">2026-09-29T07:29:49Z</dcterms:modified>
</cp:coreProperties>
</file>