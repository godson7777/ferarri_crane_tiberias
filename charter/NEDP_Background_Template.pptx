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triat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0" y="266700"/>
            <a:ext cx="540131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9100" y="266700"/>
            <a:ext cx="2857500" cy="2857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750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781050"/>
            <a:ext cx="5715000" cy="2857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750" b="0">
                <a:solidFill>
                  <a:srgbClr val="FF5A1F"/>
                </a:solidFill>
                <a:latin typeface="Arial"/>
              </a:rPr>
              <a:t>SECTION 00 · SUBTITLE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933450"/>
            <a:ext cx="8572500" cy="2857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200" b="0">
                <a:solidFill>
                  <a:srgbClr val="F4F1EE"/>
                </a:solidFill>
                <a:latin typeface="Arial"/>
              </a:rPr>
              <a:t>Slide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6572250"/>
            <a:ext cx="3810000" cy="2857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750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0" y="6572250"/>
            <a:ext cx="857250" cy="2857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750" b="0">
                <a:solidFill>
                  <a:srgbClr val="6F6963"/>
                </a:solidFill>
                <a:latin typeface="Arial"/>
              </a:rPr>
              <a:t>00 / 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